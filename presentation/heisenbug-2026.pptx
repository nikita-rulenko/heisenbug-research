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Контекст AI-агентов для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6BA6"/>
                </a:solidFill>
              </a:defRPr>
            </a:pPr>
            <a:r>
              <a:t>от хранения фактов к связыванию причин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Heisenbug 2026  ·  Никита Руленко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Почему context window — не ответ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Тестов всегда больше</a:t>
            </a:r>
            <a:br/>
            <a:r>
              <a:t>чем production-кода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Miranda et al., 2025: test code = 1:1 – 1:3 от production code</a:t>
            </a:r>
            <a:br/>
            <a:r>
              <a:t>Mature backend: 50-55% кодовой базы — тесты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6 проблем контекста в тестировании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① Context window exhaustion — 500 тест-файлов не влезут в 128K tokens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② Context rot — 15 загруженных файлов = деградация генерации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③ Pattern drift — конвенции меняются: моки → testcontainers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④ Knowledge loss — почему тест написан так? Между сессиями теряется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⑤ Flaky test debugging — race conditions переоткрываются каждый раз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⑥ Test maintenance debt — UI меняется → десятки тестов ломаются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OAJAIML, Jan 2026: MECW значительно меньше заявленного · Lost in the Middle: LLM performance -20% для информации в середине контекста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ТЕЗИС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Увеличение context window</a:t>
            </a:r>
            <a:br/>
            <a:r>
              <a:t>не решит проблему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OAJAIML, 2026: "Large context windows degrade model performance.</a:t>
            </a:r>
            <a:br/>
            <a:r>
              <a:t>Agentic systems relying on large context will see cascading failures."</a:t>
            </a:r>
            <a:br/>
            <a:br/>
            <a:r>
              <a:t>Stephanie Jarmak, 2026: "Enterprise = 100B LOC. Context window = 200K max effective (The Hobbit)."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ТЕЗИС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Те, кто получает максимум от coding agents —</a:t>
            </a:r>
            <a:br/>
            <a:r>
              <a:t>те, у кого сильные тестовые практики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Addy Osmani, 2026: "An agent can 'fly' through a project</a:t>
            </a:r>
            <a:br/>
            <a:r>
              <a:t>with a good test suite as safety net. Without tests,</a:t>
            </a:r>
            <a:br/>
            <a:r>
              <a:t>the agent might blithely assume everything is fine."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Слой 1: MD файлы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Policy layer — конституция для агента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MD файлы: 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AGENTS.md / .cursorrules / spec.md — статичные файлы в репозитории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Агент читает при старте каждой сессии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Содержит: test framework, команды запуска, конвенции, запреты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60K+ проектов используют AGENTS.md (Linux Foundation, 2026)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Version-controlled, zero cost, zero latency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Мгновенный onboarding нового агента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Понятно человеку — можно review-ить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❌ Статичен — не учится на ошибках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❌ Не масштабируется при 500+ тестах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MD файлы — flow контекста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Однонаправленный поток: файл → prompt → агент</a:t>
            </a:r>
          </a:p>
        </p:txBody>
      </p:sp>
      <p:pic>
        <p:nvPicPr>
          <p:cNvPr id="5" name="Picture 4" descr="flow_md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88720"/>
            <a:ext cx="10972800" cy="43822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ТЕЗИС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MD файлы — конституция для агента.</a:t>
            </a:r>
            <a:br/>
            <a:r>
              <a:t>Но конституция не учится.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При росте до 500+ тестов — недостаточно.</a:t>
            </a:r>
            <a:br/>
            <a:r>
              <a:t>Augment Code, 2026: "rules not set to always apply were easy for the agent to miss"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Слой 2: GitHub Issues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Coordination layer — кто что делает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GitHub Issues MCP: 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CI failure → GitHub Issue → AI Agent (MCP) → fix → PR → close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Bidirectional audit trail: QA и AI в одном пространстве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GitHub Copilot Coding Agent: assign issue → 👀 → draft PR → comments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Free tier: 50 premium requests/month — достаточно для старта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Full audit trail каждого бага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Collaboration: комментарии, labels, assignees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CI integration: auto-issue → auto-fix → auto-close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❌ Нет semantic memory — каждый баг с нуля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❌ Нет обобщения паттернов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GitHub Agentic Workflows, 2026: "60% of investigations lead to fixes within 24-48 hours"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GitHub Issues MCP — flow контекста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Bidirectional: issue ↔ agent ↔ PR</a:t>
            </a:r>
          </a:p>
        </p:txBody>
      </p:sp>
      <p:pic>
        <p:nvPicPr>
          <p:cNvPr id="5" name="Picture 4" descr="flow_github_m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88720"/>
            <a:ext cx="109728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ТЕЗИС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Issues — это workflow tool, не memory.</a:t>
            </a:r>
            <a:br/>
            <a:r>
              <a:t>Используйте для трекинга задач,</a:t>
            </a:r>
            <a:br/>
            <a:r>
              <a:t>не ожидайте что агент «помнит».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Слой 3: Mem0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Knowledge layer — production-ready AI-память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Mem0: 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Агент ведёт беседу → Mem0 автоматически извлекает факты (LLM)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Факты хранятся как embeddings в vector DB + entity graph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При следующей сессии — semantic search по смыслу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A.U.D.N. цикл: ADD / UPDATE / DELETE / NOOP — LLM решает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47.8K GitHub stars, $24M funding, SOC 2 Type II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Интеграции: CrewAI, LangChain, AWS Agent SDK, Vercel AI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Cross-session memory — агент помнит между сессиями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Auto-extraction — не нужно вручную обновлять .md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✅ Cloud Free: 10K memories — достаточно для старта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Mem0 — архитектура и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LLM extraction → Vector + Graph DB → Semantic retrieval</a:t>
            </a:r>
          </a:p>
        </p:txBody>
      </p:sp>
      <p:pic>
        <p:nvPicPr>
          <p:cNvPr id="5" name="Picture 4" descr="flow_mem0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88720"/>
            <a:ext cx="10972800" cy="27523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90% сокращение токенов</a:t>
            </a:r>
            <a:br/>
            <a:r>
              <a:t>26% рост accuracy</a:t>
            </a:r>
            <a:br/>
            <a:r>
              <a:t>91% снижение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Mem0 LOCOMO benchmark, 2025</a:t>
            </a:r>
            <a:br/>
            <a:r>
              <a:t>vs full-context подход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ОГРАНИЧЕНИЕ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При противоречии Mem0 удаляет</a:t>
            </a:r>
            <a:br/>
            <a:r>
              <a:t>старый факт. История потеряна.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A.U.D.N. цикл: DELETE = старая memory удаляется навсегда.</a:t>
            </a:r>
            <a:br/>
            <a:r>
              <a:t>UPDATE = старое значение перезаписывается.</a:t>
            </a:r>
            <a:br/>
            <a:r>
              <a:t>Нет аудита: "что было до того, как LLM решил обновить?"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Mem0: Platform (Cloud) vs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BA6"/>
                </a:solidFill>
              </a:defRPr>
            </a:pPr>
            <a:r>
              <a:t>Cloud (Managed)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  ⏱ 5 минут до первой memory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💰 Free: 10K memories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💰 Starter: $19/mo, Pro: $249/mo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✅ SOC 2, GDPR из коробки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✅ Auto-scaling, HA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✅ Webhooks, export, filters v2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❌ Данные на серверах Mem0 (US)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060"/>
                </a:solidFill>
              </a:defRPr>
            </a:pPr>
            <a:r>
              <a:t>Self-hosted (OSS)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  ⏱ 15-30 мин → часы на настройку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💰 $0 + инфраструктура + LLM tokens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🔧 Vector DB + Graph DB + LLM = 3 сервиса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✅ Полный контроль над данными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✅ Любая юрисдикция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❌ Manual scaling, нет HA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❌ DevOps overhead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Слой 4: Helixir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Reasoning layer — proof of concept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КЛЮЧЕВОЙ ТЕЗИС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Хранение фактов ≠ связывание фактов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Mem0 отвечает: «что мы знаем?»</a:t>
            </a:r>
            <a:br/>
            <a:r>
              <a:t>Каузальная память отвечает: «почему мы это знаем и к чему это ведёт?»</a:t>
            </a:r>
            <a:br/>
            <a:br/>
            <a:r>
              <a:t>Готового production-решения для связывания — нет.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Helixir: что он показывает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Первый каузальный фреймворк AI-памяти (proof of concept)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Каузальные цепочки: IMPLIES / BECAUSE / CONTRADICTS / SUPERSEDE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Онтология: 7 типов (skill, preference, goal, fact, opinion, experience, achievement)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FastThink: изолированный scratchpad — промежуточные мысли не в памяти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Temporal filtering: 4 режима (4ч / 30д / 90д / all)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Append-only graph: ничего не удаляется, полная история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⚠️  v0.1.1, 74 stars, 1 maintainer — это НЕ production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⚠️  LLM обязателен (как и Mem0) — extraction + dedup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⚠️  Нет benchmarks, нет production case studies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Helixir — архитектура и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LLM extraction → Causal graph (HelixDB) → SmartTraversal</a:t>
            </a:r>
          </a:p>
        </p:txBody>
      </p:sp>
      <p:pic>
        <p:nvPicPr>
          <p:cNvPr id="5" name="Picture 4" descr="flow_helixi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88720"/>
            <a:ext cx="10972800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Mem0 vs Helixir: при противоречии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BA6"/>
                </a:solidFill>
              </a:defRPr>
            </a:pPr>
            <a:r>
              <a:t>Mem0: DELETE/UPDATE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  Тест падал по 3 причинам: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  Jan: timeout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  Feb: race condition → UPDATE → timeout удалён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  Mar: cookie settings → UPDATE → race удалён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В памяти: только «cookie settings»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История timeout и race condition — потеряна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При 4-м падении: агент не знает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о предыдущих причинах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060"/>
                </a:solidFill>
              </a:defRPr>
            </a:pPr>
            <a:r>
              <a:t>Helixir: SUPERSEDE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  Тест падал по 3 причинам: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  Jan: timeout (fact)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  Feb: race condition → SUPERSEDE → timeout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  Mar: cookie settings → SUPERSEDE → race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В памяти: ВСЕ 3 причины + цепочка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timeout → race → cookie (эволюция)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При 4-м падении: агент проверяет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700" b="0">
                <a:solidFill>
                  <a:srgbClr val="333333"/>
                </a:solidFill>
              </a:defRPr>
            </a:pPr>
            <a:r>
              <a:t>  все 3 предыдущие причины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ПОЗИЦИОНИРОВАНИЕ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Helixir — первый пробный шар.</a:t>
            </a:r>
            <a:br/>
            <a:r>
              <a:t>Proof of concept, не продукт.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1 maintainer — это несерьёзно для production зависимости.</a:t>
            </a:r>
            <a:br/>
            <a:r>
              <a:t>Но это направление, в которое может прийти AI-память.</a:t>
            </a:r>
            <a:br/>
            <a:br/>
            <a:r>
              <a:t>Сегодня мы храним факты. Завтра будем хранить связи между фактами.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4 слоя, а не 4 альтернативы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</a:defRPr>
            </a:pPr>
            <a:r>
              <a:t>Сравнительная таблица: 4 подхода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✓ = есть  ✗ = нет  ★ = лучший в критерии  ~ = частично</a:t>
            </a:r>
          </a:p>
        </p:txBody>
      </p:sp>
      <p:pic>
        <p:nvPicPr>
          <p:cNvPr id="5" name="Picture 4" descr="10_sli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83" y="1188720"/>
            <a:ext cx="700252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ГЛАВНАЯ МЫСЛЬ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Четыре слоя, а не четыре альтернативы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MD (policy) → Issues (coordination) → Mem0 (knowledge) → каузальная память (reasoning)</a:t>
            </a:r>
            <a:br/>
            <a:br/>
            <a:r>
              <a:t>Не «выберите один», а «добавляйте следующий по мере роста боли»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Как это работает на практике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Сценарий: Flaky тест падает в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MD файлы: в AGENTS.md может быть «check for race conditions first»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→ Общая рекомендация, не конкретная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GitHub Issues: CI failure → issue → agent investigates → PR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→ Audit trail есть, но каждый раз с нуля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Mem0: «в прошлый раз login test падал, фиксили увеличением timeout»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→ Помнит факт, но не причинно-следственную связь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Helixir: «Login test fails BECAUSE session race condition (3 раза).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Fix: add retry + увеличение timeout до 30s»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→ Каузальная цепочка: причина → следствие → решение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Сценарий: Эволюция тест-стратегии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MD файлы: обновляются вручную, могут отставать от реальности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GitHub Issues: нет механизма трекинга эволюции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Mem0: помнит текущие практики, но не связывает «было → стало»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→ «Используем Playwright» — а что было до этого?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Helixir: явная эволюция через SUPERSEDE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«Selenium» SUPERSEDE→ «Playwright»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«Mock DB» SUPERSEDE→ «Testcontainers»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→ Агент не предложит устаревший паттерн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B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Что делать в понедельник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EFF"/>
                </a:solidFill>
              </a:defRPr>
            </a:pPr>
            <a:r>
              <a:t>3 из 4 слоёв — бесплатны и доступны сегодня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</a:defRPr>
            </a:pPr>
            <a:r>
              <a:t>Начните в понедельник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  ① AGENTS.md с тестовыми конвенциями = 10 минут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 pytest, структура, fixtures, запреты — агент сразу знает правила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② GitHub MCP в Cursor = 5 минут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 CI failure → issue → agent → PR — audit trail из коробки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③ Mem0 Cloud Free = 5 минут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 10K memories бесплатно — агент помнит между сессиями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④ Каузальная память = ?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 Production-решения пока нет. Helixir — proof of concept.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333333"/>
                </a:solidFill>
              </a:defRPr>
            </a:pPr>
            <a:r>
              <a:t>     Следите за развитием: graph memory + causal chains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99AA"/>
                </a:solidFill>
              </a:defRPr>
            </a:pPr>
            <a:r>
              <a:t>ФИНАЛ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Это открытый вопрос.</a:t>
            </a:r>
            <a:br/>
            <a:r>
              <a:t>Доклад не закрывает тему —</a:t>
            </a:r>
            <a:br/>
            <a:r>
              <a:t>доклад открывает дискуссию.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BBCC"/>
                </a:solidFill>
              </a:defRPr>
            </a:pPr>
            <a:r>
              <a:t>Как должна выглядеть AI-память для тестирования через 2 года?</a:t>
            </a:r>
            <a:br/>
            <a:br/>
            <a:r>
              <a:t>Хранение фактов — решено (Mem0).</a:t>
            </a:r>
            <a:br/>
            <a:r>
              <a:t>Связывание фактов — открытая задача.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Спасибо!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6BA6"/>
                </a:solidFill>
              </a:defRPr>
            </a:pPr>
            <a:r>
              <a:t>Как должна выглядеть AI-память для тестирования через 2 года?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BBCC"/>
                </a:solidFill>
              </a:defRPr>
            </a:pPr>
            <a:r>
              <a:t>github.com/nikita-rulenko/helixir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1600" b="0">
                <a:solidFill>
                  <a:srgbClr val="AAAAAA"/>
                </a:solidFill>
              </a:defRPr>
            </a:pPr>
            <a:r>
              <a:t>Никита Руленко  ·  Heisenbug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